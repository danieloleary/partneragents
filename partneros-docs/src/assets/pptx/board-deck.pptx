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11827"/>
                </a:solidFill>
              </a:defRPr>
            </a:pPr>
            <a:r>
              <a:t>Partner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366F1"/>
                </a:solidFill>
              </a:defRPr>
            </a:pPr>
            <a:r>
              <a:t>Q4 2025 Board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Acme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Executive Summary</a:t>
            </a:r>
          </a:p>
          <a:p>
            <a:pPr algn="l">
              <a:defRPr sz="1800">
                <a:solidFill>
                  <a:srgbClr val="6B7280"/>
                </a:solidFill>
              </a:defRPr>
            </a:pPr>
            <a:r>
              <a:t>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Active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0B981"/>
                </a:solidFill>
              </a:defRPr>
            </a:pPr>
            <a:r>
              <a:t>+12 this quarter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6304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$2.3M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774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Partner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346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0B981"/>
                </a:solidFill>
              </a:defRPr>
            </a:pPr>
            <a:r>
              <a:t>+34% YoY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6304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23%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of Total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46304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737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$4M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3774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0B981"/>
                </a:solidFill>
              </a:defRPr>
            </a:pPr>
            <a:r>
              <a:t>+50% QoQ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Key 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Launched Gold tier with 5 strategic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First $500K+ partner deal closed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Focus 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3 partners at risk of churn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Slow adoption of new certification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Performance vs. Plan</a:t>
            </a:r>
          </a:p>
          <a:p>
            <a:pPr algn="l">
              <a:defRPr sz="1800">
                <a:solidFill>
                  <a:srgbClr val="6B7280"/>
                </a:solidFill>
              </a:defRPr>
            </a:pPr>
            <a:r>
              <a:t>Q4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Revenue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Actual: $2.3M (34% YoY)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Target: $2.4M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Variance: -4%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Revenue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Partner-Sourced: $1,400,000 (61%)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Partner-Influenced: $900,000 (39%)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Variance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2 strategic deals pushed to 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New partner ramp took longer than expected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Partner Program Health</a:t>
            </a:r>
          </a:p>
          <a:p>
            <a:pPr algn="l">
              <a:defRPr sz="1800">
                <a:solidFill>
                  <a:srgbClr val="6B7280"/>
                </a:solidFill>
              </a:defRPr>
            </a:pPr>
            <a:r>
              <a:t>Key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Partner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Gold: 5 / 8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Silver: 12 / 15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Bronze: 30 / 35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Engagement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1920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72/100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Engagement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566160"/>
            <a:ext cx="1920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84048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4805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Certified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377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60%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566160"/>
            <a:ext cx="1920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84048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4805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Deal Registrations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566160"/>
            <a:ext cx="1920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84048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4805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Churn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377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&lt; 10%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Partner Satisfaction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NPS: 42 (up from 38)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Top Partners</a:t>
            </a:r>
          </a:p>
          <a:p>
            <a:pPr algn="l">
              <a:defRPr sz="1800">
                <a:solidFill>
                  <a:srgbClr val="6B7280"/>
                </a:solidFill>
              </a:defRPr>
            </a:pPr>
            <a:r>
              <a:t>By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B7280"/>
                </a:solidFill>
              </a:defRPr>
            </a:pPr>
            <a:r>
              <a:t>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B7280"/>
                </a:solidFill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B7280"/>
                </a:solidFill>
              </a:defRPr>
            </a:pPr>
            <a:r>
              <a:t>% of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B7280"/>
                </a:solidFill>
              </a:defRPr>
            </a:pPr>
            <a:r>
              <a:t>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Acme Corp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$420,000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TechStart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97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$380,000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97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97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GlobalSys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08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$290,000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08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13%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08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Silver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DataPro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520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$230,000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20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520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Silver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CloudFirst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$185,000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Silver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Partner Program Roadmap</a:t>
            </a:r>
          </a:p>
          <a:p>
            <a:pPr algn="l">
              <a:defRPr sz="1800">
                <a:solidFill>
                  <a:srgbClr val="6B7280"/>
                </a:solidFill>
              </a:defRPr>
            </a:pPr>
            <a: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Q1 (Current)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Launch partner portal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Recruit 5 new Gold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Expand to 2 new verticals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Q2 (Planned)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Launch co-sell incentive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Add 10 new Silver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Partner certification revamp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H2 Priorities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International partner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Partner-led growth &gt;30% of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Launch partner marketplace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</a:defRPr>
            </a:pPr>
            <a:r>
              <a:t>Resource Request</a:t>
            </a:r>
          </a:p>
          <a:p>
            <a:pPr algn="l">
              <a:defRPr sz="1800">
                <a:solidFill>
                  <a:srgbClr val="6B7280"/>
                </a:solidFill>
              </a:defRPr>
            </a:pPr>
            <a:r>
              <a:t>Investment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$150,000 Q1 Partner Marketing 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6366F1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Expected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Generate $600,000 pipeline (4:1 ROI)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Enable 8 co-marketing campaigns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Support 5 new partner launches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914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Risk of Inaction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Lose co-marketing momentum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Miss Q1 pipeline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Partner satisfaction decline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